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3F00A9-4FD0-4788-AF73-05B914C8A0F3}" v="1" dt="2025-11-25T14:16:27.4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7007D-1BB0-431E-8474-F7B3EE2DBA4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C6CF7-ADF9-48EF-B23A-52F038642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92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8C6CF7-ADF9-48EF-B23A-52F038642AB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866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0AF97-5057-6F95-91E9-AD7C1F360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0BB72E-1496-D667-21A3-5AC0F0477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E93DB-9C63-6294-D717-2E700255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BA5E-7B11-4354-88AF-FF43D56817B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6197A-AA8F-93A4-A26B-DCE8C9DD6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E10EF-ADB9-332F-80B7-96FCFCBE9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734D-1394-4B52-9C4A-8A9FD79DC9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668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F6514-BC14-8698-D70B-F6909CFD7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19CD7-CA75-B133-2FE0-31692732C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7EEEF-54BC-4FBD-FABF-910AF0DE4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BA5E-7B11-4354-88AF-FF43D56817B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8C2EF-0614-913B-A228-F0CE83830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EB0CD-DF6C-5B1D-BB4D-AAA0B77AC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734D-1394-4B52-9C4A-8A9FD79DC9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119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4B089-E896-9BE1-003D-E4F0E727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86F9F-408D-5E5A-CB5D-4FEE536D3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DA184-BFAF-CCB3-E077-C7FE9D978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BA5E-7B11-4354-88AF-FF43D56817B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B0823-40C1-8342-8B84-A8F5F53C3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7E3B7-8124-7445-D57A-9CBF0535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734D-1394-4B52-9C4A-8A9FD79DC9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633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7B206-E73E-CF21-F594-1C2536E0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51C0E-4EDE-68B1-D008-6B79A18B0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8B378-4A90-078D-7642-8413610EE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A2A656-CC0C-15A7-00CA-2A3EC31B0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BA5E-7B11-4354-88AF-FF43D56817B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33ED11-7ACB-9AC5-3178-F843073B9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F68EF-34E1-8EAE-C39C-0D22CFFAB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734D-1394-4B52-9C4A-8A9FD79DC9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248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50E48-9A4C-D8DB-9586-D570C366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025CE-1D1B-A604-ED06-CE83E7A34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22F08-43E4-3E44-6156-D7596ECE4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A227A6-181C-452D-DEB6-14393EBF16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B5AFD5-B96B-1CBB-7A34-BCF41DECA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FAF370-C66E-6657-4D3E-2A5689E6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BA5E-7B11-4354-88AF-FF43D56817B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3B481E-6BE3-60F3-DE37-020A76D71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161C5C-41F1-A5C2-4EBE-F7E5A868B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734D-1394-4B52-9C4A-8A9FD79DC9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620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5ABCD-414B-A3FB-690F-BA936939A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8F58D-566F-7121-E9EE-0964D3CBB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BA5E-7B11-4354-88AF-FF43D56817B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06C24-9C20-D823-99B6-667B990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98E8F-3F51-F5BD-C712-9CB010D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734D-1394-4B52-9C4A-8A9FD79DC9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700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EFE428-8E5E-263D-6E70-FB32293B1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BA5E-7B11-4354-88AF-FF43D56817B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72ACC9-8B7A-73DA-1CC2-93A7A9E2C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301A7-1C78-8A58-AB26-262434823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734D-1394-4B52-9C4A-8A9FD79DC9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460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6C4E8-26EB-6A90-0ECA-D27D6EE8F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77B1-DCBA-ED06-5690-083DFF239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E1603A-FA4B-4ABC-4C38-17949986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5933C-029B-02FD-59BD-840E748A5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BA5E-7B11-4354-88AF-FF43D56817B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48A17-65E5-5AE5-619D-B0F338B7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73668-E2A7-9D8B-A13B-87ACA0AC6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734D-1394-4B52-9C4A-8A9FD79DC9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401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33C08-0F44-85AD-A5A7-98AB85EF2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832634-6FF8-E456-6E20-2972B7909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52B44-E884-504F-1ED3-5E3826F313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A2984-4AF0-8A30-D312-A3D2D045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BA5E-7B11-4354-88AF-FF43D56817B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495B3-5570-E9AA-C801-B1D12317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437A7-B3A5-D295-603E-10147A371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734D-1394-4B52-9C4A-8A9FD79DC9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389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36B63-783A-B873-3634-EEEB1BBEF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2BB5B-AD2D-2AB2-665A-8D69AD077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96EDA-2A3C-3D1E-23E0-D0BE690C9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BA5E-7B11-4354-88AF-FF43D56817B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11803-9AE2-B5E4-2B1D-373A62841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09155-DA5D-B6FC-61A0-8F6A0A2F7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734D-1394-4B52-9C4A-8A9FD79DC9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86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D0746-9DAE-9A71-2ED0-C8485D0279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D4DF97-FC4E-541E-24B3-F39CA5FCB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20624-5D4A-E6C5-F8D5-40BC08F7B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ABA5E-7B11-4354-88AF-FF43D56817B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93484-6B42-C357-0417-CC781D275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6931A-1C20-0AC1-C6C9-0FFC2337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734D-1394-4B52-9C4A-8A9FD79DC9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910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B5BD29-D99E-772B-4852-496B270E8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5CFA0-A547-E921-092F-90DEEFD45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0F041-E627-3447-771E-B8AA22B2B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ABA5E-7B11-4354-88AF-FF43D56817B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06EBB-1379-EBC0-DACF-25AFF856A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932A4-FDEA-05B1-2B3E-D5E6AEC72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33734D-1394-4B52-9C4A-8A9FD79DC9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849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B13E4-927A-8F99-7321-6E8260A61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0272"/>
            <a:ext cx="9144000" cy="109778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IN" sz="3600" b="1" dirty="0">
                <a:latin typeface="+mn-lt"/>
              </a:rPr>
              <a:t>Employee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0792C-4996-8E04-4E87-CE686FE28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977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IN" b="1" dirty="0"/>
              <a:t>Project By </a:t>
            </a:r>
          </a:p>
          <a:p>
            <a:r>
              <a:rPr lang="en-IN" b="1" dirty="0"/>
              <a:t>Soumya S G</a:t>
            </a:r>
          </a:p>
        </p:txBody>
      </p:sp>
    </p:spTree>
    <p:extLst>
      <p:ext uri="{BB962C8B-B14F-4D97-AF65-F5344CB8AC3E}">
        <p14:creationId xmlns:p14="http://schemas.microsoft.com/office/powerpoint/2010/main" val="249047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E576E-9AA0-86A7-04E4-2BE8A3874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303"/>
            <a:ext cx="10515600" cy="110121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IN" sz="2800" b="1" dirty="0"/>
              <a:t>Introduction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55B14-89D6-C64A-398B-64754FA49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9639"/>
            <a:ext cx="10515600" cy="439732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just"/>
            <a:r>
              <a:rPr lang="en-US" sz="2400" dirty="0"/>
              <a:t>The Employee Management System is a desktop application designed to efficiently manage employee data for small to medium-sized businesses.</a:t>
            </a:r>
          </a:p>
          <a:p>
            <a:pPr algn="just"/>
            <a:r>
              <a:rPr lang="en-US" sz="2400" dirty="0"/>
              <a:t>Expanded into a user-friendly GUI application with advanced features like user authentication, department management, and attendance tracking.</a:t>
            </a:r>
          </a:p>
          <a:p>
            <a:pPr algn="just"/>
            <a:r>
              <a:rPr lang="en-US" sz="2400" dirty="0"/>
              <a:t>Streamlines HR tasks such as employee onboarding, data updates, reporting, and compliance, reducing manual effort and errors.</a:t>
            </a:r>
          </a:p>
          <a:p>
            <a:pPr algn="just"/>
            <a:r>
              <a:rPr lang="en-US" sz="2400" dirty="0"/>
              <a:t>Leverages MySQL for reliable data persistence, Swing for intuitive user interfaces, and modular design for scalability and maintenance.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1832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70BAB-B97E-72E7-6C25-936D428E2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961"/>
            <a:ext cx="10515600" cy="63909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IN" sz="2800" b="1" dirty="0"/>
              <a:t>Objective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8942D-10F9-4B1E-4EB1-55E681CB9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523"/>
            <a:ext cx="10515600" cy="485944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just"/>
            <a:r>
              <a:rPr lang="en-US" sz="2400" dirty="0"/>
              <a:t>To develop a secure, efficient, and user-friendly desktop application for managing employee data in organizations.</a:t>
            </a:r>
          </a:p>
          <a:p>
            <a:pPr algn="just"/>
            <a:r>
              <a:rPr lang="en-US" sz="2400" dirty="0"/>
              <a:t>Implement full employee records with comprehensive data fields.</a:t>
            </a:r>
          </a:p>
          <a:p>
            <a:pPr algn="just"/>
            <a:r>
              <a:rPr lang="en-US" sz="2400" dirty="0"/>
              <a:t>Integrate user authentication and role-based access control to protect sensitive information.</a:t>
            </a:r>
          </a:p>
          <a:p>
            <a:pPr algn="just"/>
            <a:r>
              <a:rPr lang="en-US" sz="2400" dirty="0"/>
              <a:t>Design an intuitive graphical user interface (GUI) using Swing to enhance usability over console-based systems.</a:t>
            </a:r>
          </a:p>
          <a:p>
            <a:pPr algn="just"/>
            <a:r>
              <a:rPr lang="en-US" sz="2400" dirty="0"/>
              <a:t>Add features for department management and attendance tracking to support broader HR functionalities.</a:t>
            </a:r>
          </a:p>
          <a:p>
            <a:pPr algn="just"/>
            <a:r>
              <a:rPr lang="en-US" sz="2400" dirty="0"/>
              <a:t>Ensure data validation, error handling, and integrity through layered architecture (DAO, Service, UI).</a:t>
            </a:r>
          </a:p>
          <a:p>
            <a:pPr algn="just"/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4943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D01BD-A7CF-72E5-E5F7-BEB53879D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726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IN" sz="2800" b="1" dirty="0"/>
              <a:t>Technology Stack: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1200B-DA41-E0EB-C5ED-113641A51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852"/>
            <a:ext cx="10515600" cy="482011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en-IN" sz="2400" b="1" dirty="0"/>
              <a:t>Programming Language</a:t>
            </a:r>
            <a:r>
              <a:rPr lang="en-IN" sz="2400" dirty="0"/>
              <a:t>: Java for core development, offering portability and object-oriented features.</a:t>
            </a:r>
          </a:p>
          <a:p>
            <a:pPr algn="just"/>
            <a:r>
              <a:rPr lang="en-IN" sz="2400" b="1" dirty="0"/>
              <a:t>IDE</a:t>
            </a:r>
            <a:r>
              <a:rPr lang="en-IN" sz="2400" dirty="0"/>
              <a:t>: Eclipse for coding, debugging, and project management.</a:t>
            </a:r>
          </a:p>
          <a:p>
            <a:pPr algn="just"/>
            <a:r>
              <a:rPr lang="en-IN" sz="2400" b="1" dirty="0"/>
              <a:t>Database</a:t>
            </a:r>
            <a:r>
              <a:rPr lang="en-IN" sz="2400" dirty="0"/>
              <a:t>: MySQL for relational data storage, queries, and integrity.</a:t>
            </a:r>
          </a:p>
          <a:p>
            <a:pPr algn="just"/>
            <a:r>
              <a:rPr lang="en-IN" sz="2400" b="1" dirty="0"/>
              <a:t>Libraries and Frameworks : </a:t>
            </a:r>
            <a:r>
              <a:rPr lang="en-IN" sz="2400" dirty="0"/>
              <a:t>JDBC (Java Database Connectivity) for secure database interactions.</a:t>
            </a:r>
          </a:p>
          <a:p>
            <a:pPr algn="just"/>
            <a:r>
              <a:rPr lang="en-IN" sz="2400" dirty="0"/>
              <a:t>Swing for building the graphical user interface (GUI) components like buttons and forms.</a:t>
            </a:r>
          </a:p>
          <a:p>
            <a:pPr algn="just"/>
            <a:r>
              <a:rPr lang="en-IN" sz="2400" dirty="0"/>
              <a:t>MySQL Connector/J for seamless Java-MySQL integration.</a:t>
            </a:r>
          </a:p>
          <a:p>
            <a:pPr algn="just"/>
            <a:r>
              <a:rPr lang="en-IN" sz="2400" b="1" dirty="0"/>
              <a:t>Additional Tools</a:t>
            </a:r>
            <a:r>
              <a:rPr lang="en-IN" sz="2400" dirty="0"/>
              <a:t>: MySQL Workbench for database design, querying, and management.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5121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83025-CF40-6969-E5C5-C0ADF673C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142"/>
            <a:ext cx="10515600" cy="668594"/>
          </a:xfrm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r>
              <a:rPr lang="en-IN" sz="3100" b="1" dirty="0"/>
              <a:t>ER Diagram </a:t>
            </a:r>
            <a:r>
              <a:rPr lang="en-IN" dirty="0"/>
              <a:t>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32DA12-5EEF-3D98-AAD7-F5D1DD3944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793" y="1209675"/>
            <a:ext cx="6194413" cy="5299280"/>
          </a:xfrm>
          <a:solidFill>
            <a:schemeClr val="bg1">
              <a:lumMod val="8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586077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4CD9C-F5CA-1C18-5691-89247B816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974"/>
            <a:ext cx="10515600" cy="57027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IN" sz="2800" b="1" dirty="0"/>
              <a:t>Features and Functionality :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FC97A-C47E-EA63-8B84-83176E57C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374"/>
            <a:ext cx="10515600" cy="5026589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Core Features</a:t>
            </a:r>
            <a:r>
              <a:rPr lang="en-US" sz="2200" dirty="0"/>
              <a:t>:</a:t>
            </a:r>
          </a:p>
          <a:p>
            <a:r>
              <a:rPr lang="en-US" sz="2200" b="1" dirty="0"/>
              <a:t>Employee Management</a:t>
            </a:r>
            <a:r>
              <a:rPr lang="en-US" sz="2200" dirty="0"/>
              <a:t>: Full  operations Add, View, Update, Delete with expanded fields like phone, DOB, address, and position for detailed profiles.</a:t>
            </a:r>
          </a:p>
          <a:p>
            <a:r>
              <a:rPr lang="en-US" sz="2200" b="1" dirty="0"/>
              <a:t>User Authentication</a:t>
            </a:r>
            <a:r>
              <a:rPr lang="en-US" sz="2200" dirty="0"/>
              <a:t>: Secure login system with role-based access (e.g., admin vs. employee) using the users table.</a:t>
            </a:r>
          </a:p>
          <a:p>
            <a:r>
              <a:rPr lang="en-US" sz="2200" b="1" dirty="0"/>
              <a:t>Department Management</a:t>
            </a:r>
            <a:r>
              <a:rPr lang="en-US" sz="2200" dirty="0"/>
              <a:t>: View and organize employees by departments (e.g., IT, HR) for better structure.</a:t>
            </a:r>
          </a:p>
          <a:p>
            <a:r>
              <a:rPr lang="en-US" sz="2200" b="1" dirty="0"/>
              <a:t>Attendance Tracking</a:t>
            </a:r>
            <a:r>
              <a:rPr lang="en-US" sz="2200" dirty="0"/>
              <a:t>: Record and monitor employee attendance with date and status (Present/Absent).</a:t>
            </a:r>
          </a:p>
          <a:p>
            <a:r>
              <a:rPr lang="en-US" sz="2200" b="1" dirty="0"/>
              <a:t>User Interface Components</a:t>
            </a:r>
            <a:r>
              <a:rPr lang="en-US" sz="2200" dirty="0"/>
              <a:t>: Login page for authentication, dashboard with action buttons, and forms for data input (e.g., EmployeeForm for adding records).</a:t>
            </a:r>
          </a:p>
          <a:p>
            <a:r>
              <a:rPr lang="en-US" sz="2200" b="1" dirty="0"/>
              <a:t>Additional Capabilities</a:t>
            </a:r>
            <a:r>
              <a:rPr lang="en-US" sz="2200" dirty="0"/>
              <a:t>: Data validation (e.g., required fields, format checks), error handling with user-friendly messages, and real-time database updates.</a:t>
            </a:r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41528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20B55-140B-556D-387B-045FB0F6B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06"/>
            <a:ext cx="10515600" cy="65876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IN" sz="2800" b="1" dirty="0"/>
              <a:t>Implementation Details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CB113-0B60-880A-9B56-64E5AA7A6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2723"/>
            <a:ext cx="10515600" cy="577153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en-IN" sz="2400" b="1" dirty="0"/>
              <a:t>Architecture</a:t>
            </a:r>
            <a:r>
              <a:rPr lang="en-IN" sz="2400" dirty="0"/>
              <a:t>: Layered design separating concerns—Model (data classes), DAO (database access), Service (business logic), and UI (user interface).</a:t>
            </a:r>
          </a:p>
          <a:p>
            <a:pPr marL="0" indent="0" algn="just">
              <a:buNone/>
            </a:pPr>
            <a:r>
              <a:rPr lang="en-IN" sz="2400" b="1" dirty="0"/>
              <a:t>Key Classes and Components</a:t>
            </a:r>
            <a:r>
              <a:rPr lang="en-IN" sz="2400" dirty="0"/>
              <a:t>:</a:t>
            </a:r>
          </a:p>
          <a:p>
            <a:pPr algn="just"/>
            <a:r>
              <a:rPr lang="en-IN" sz="2400" b="1" dirty="0"/>
              <a:t>Models</a:t>
            </a:r>
            <a:r>
              <a:rPr lang="en-IN" sz="2400" dirty="0"/>
              <a:t>: Employee, Department, User, Attendance for data representation.</a:t>
            </a:r>
          </a:p>
          <a:p>
            <a:pPr algn="just"/>
            <a:r>
              <a:rPr lang="en-IN" sz="2400" b="1" dirty="0"/>
              <a:t>DAOs</a:t>
            </a:r>
            <a:r>
              <a:rPr lang="en-IN" sz="2400" dirty="0"/>
              <a:t>: EmployeeDAO, DepartmentDAO, UserDAO, AttendanceDAO with DBConnection for centralized database handling.</a:t>
            </a:r>
          </a:p>
          <a:p>
            <a:pPr algn="just"/>
            <a:r>
              <a:rPr lang="en-IN" sz="2400" b="1" dirty="0"/>
              <a:t>Services</a:t>
            </a:r>
            <a:r>
              <a:rPr lang="en-IN" sz="2400" dirty="0"/>
              <a:t>: EmployeeService, UserService, AttendanceService for validation and logic (e.g., checking required fields).</a:t>
            </a:r>
          </a:p>
          <a:p>
            <a:pPr algn="just"/>
            <a:r>
              <a:rPr lang="en-IN" sz="2400" b="1" dirty="0"/>
              <a:t>UI</a:t>
            </a:r>
            <a:r>
              <a:rPr lang="en-IN" sz="2400" dirty="0"/>
              <a:t>: LoginPage, Dashboard, EmployeeForm built with Swing for interactive elements.</a:t>
            </a:r>
          </a:p>
          <a:p>
            <a:pPr algn="just"/>
            <a:r>
              <a:rPr lang="en-IN" sz="2400" b="1" dirty="0"/>
              <a:t>Workflow</a:t>
            </a:r>
            <a:r>
              <a:rPr lang="en-IN" sz="2400" dirty="0"/>
              <a:t>: User logs in via UI → Services validate requests → DAOs execute SQL queries on MySQL → Data displayed or updated.</a:t>
            </a:r>
          </a:p>
          <a:p>
            <a:pPr algn="just"/>
            <a:r>
              <a:rPr lang="en-IN" sz="2400" b="1" dirty="0"/>
              <a:t>Code Highlights</a:t>
            </a:r>
            <a:r>
              <a:rPr lang="en-IN" sz="2400" dirty="0"/>
              <a:t>: Prepared statements for security, try-with-resources for connection management, and exception handling for robustness.</a:t>
            </a:r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75887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58A22-167B-21C6-99CF-7C734AC1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IN" sz="2800" b="1" dirty="0"/>
              <a:t>Conclusion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97B2A-1B60-8AF6-5531-DEEB423B638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en-US" sz="2400" dirty="0"/>
              <a:t>Successfully built a robust employee management system with GUI, database, and advanced features.</a:t>
            </a:r>
          </a:p>
          <a:p>
            <a:pPr algn="just"/>
            <a:r>
              <a:rPr lang="en-US" sz="2400" dirty="0"/>
              <a:t>Achievements: Full CRUD, authentication, attendance, and scalable architecture.</a:t>
            </a:r>
          </a:p>
          <a:p>
            <a:pPr algn="just"/>
            <a:r>
              <a:rPr lang="en-US" sz="2400" dirty="0"/>
              <a:t>Future Enhancements: Add reports, multi-user support, or web version.</a:t>
            </a:r>
          </a:p>
          <a:p>
            <a:pPr algn="just"/>
            <a:r>
              <a:rPr lang="en-US" sz="2400" dirty="0"/>
              <a:t>Lessons Learned: Importance of layered design, validation, and iterative development.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06699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639</Words>
  <Application>Microsoft Office PowerPoint</Application>
  <PresentationFormat>Widescreen</PresentationFormat>
  <Paragraphs>47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Employee Management System</vt:lpstr>
      <vt:lpstr>Introduction : </vt:lpstr>
      <vt:lpstr>Objective : </vt:lpstr>
      <vt:lpstr>Technology Stack:</vt:lpstr>
      <vt:lpstr>ER Diagram :</vt:lpstr>
      <vt:lpstr>Features and Functionality :</vt:lpstr>
      <vt:lpstr>Implementation Details :</vt:lpstr>
      <vt:lpstr>Conclusion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Soumya Gangavathi</dc:creator>
  <cp:lastModifiedBy>Soumya Gangavathi</cp:lastModifiedBy>
  <cp:revision>1</cp:revision>
  <dcterms:created xsi:type="dcterms:W3CDTF">2025-11-24T13:08:10Z</dcterms:created>
  <dcterms:modified xsi:type="dcterms:W3CDTF">2025-11-25T14:52:29Z</dcterms:modified>
</cp:coreProperties>
</file>